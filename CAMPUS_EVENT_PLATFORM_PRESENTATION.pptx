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4F46E5"/>
                </a:solidFill>
              </a:defRPr>
            </a:pPr>
            <a:r>
              <a:t>COLLEGE ITW WORKSHOP PROJECT</a:t>
            </a:r>
          </a:p>
          <a:p>
            <a:pPr>
              <a:spcAft>
                <a:spcPts val="800"/>
              </a:spcAft>
              <a:defRPr sz="4000" b="1">
                <a:solidFill>
                  <a:srgbClr val="0F172A"/>
                </a:solidFill>
              </a:defRPr>
            </a:pPr>
            <a:r>
              <a:t>BookMyCollege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All-in-One Campus Event Ticketing, Real-Time Crowdfunding &amp; In-Browser QR Pass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297680"/>
            <a:ext cx="10362895" cy="15544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600"/>
              </a:spcAft>
              <a:defRPr sz="1150" b="1">
                <a:solidFill>
                  <a:srgbClr val="0F172A"/>
                </a:solidFill>
              </a:defRPr>
            </a:pPr>
            <a:r>
              <a:t>BookMyCollege Core Architecture &amp; Highlights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• Frontend: HTML5, Tailwind CSS, Vanilla JavaScript (Single Page Architecture, 100% Mobile Responsive)</a:t>
            </a:r>
            <a:br/>
            <a:r>
              <a:t>• Cloud Backend: Supabase (PostgreSQL 15), ACID Row-Level Locking | Payments: Razorpay Serverless API</a:t>
            </a:r>
            <a:br/>
            <a:r>
              <a:t>• Innovations: Zero Double-Booking, Instant Auto-Refunds, In-Browser Camera Scanner &amp; Locked Canvas Certificates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BOOKMYCOLLEGE • 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Problem: Why Traditional College Events Fail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EF4444"/>
                </a:solidFill>
              </a:defRPr>
            </a:pPr>
            <a:r>
              <a:t>1. Messy Forms &amp; WhatsApp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Clubs collect registrations via unstructured Google Forms.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Students send payment screenshots on WhatsApp groups.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Organizers waste hours manually cross-checking bank SMS and UTR numbers.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Frequent human errors and lost records.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EF4444"/>
                </a:solidFill>
              </a:defRPr>
            </a:pPr>
            <a:r>
              <a:t>2. Fake Tickets &amp; Proxy Attendance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No reliable check-in system at the auditorium door.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Students forward PDF passes or screenshot QR codes to friends for free entry.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Certificates of Participation are awarded to students who skipped the event.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Devalues college academic credentials.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EF4444"/>
                </a:solidFill>
              </a:defRPr>
            </a:pPr>
            <a:r>
              <a:t>3. Fragmented Fest Fundraising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Seniors asking for festival donations (Navratri, Farewell) rely on cash collection.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Zero transparency on how much money was raised versus the target goal.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Double-booking during popular paid workshops when the last ticket sells 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BOOKMYCOLLEGE • 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Solution: BookMyCollege Unified Campus 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🎟️ 1. Smart Ticketing &amp; Zero Double-Booking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Real-time event discovery with 0ms client-side search &amp; filtering.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Database row-locks prevent overselling the last seat.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Automated instant refunds if payment completes after seats sell 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💖 2. Transparent Fest Crowdfunding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Dedicated donation campaigns for campus festivals (Navratri, Farewell).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Live animated progress bar showing funds raised vs goal.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Accepts custom variable amounts (₹50, ₹100, ₹500) via Razorpay UPI.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📷 3. In-Browser Gatekeeper Scanner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Volunteers use their smartphone cameras directly in the browser.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No APK installation required; validates QR codes in under 1 second.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Detects already-used passes instantly to eliminate proxy attendance.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🎓 4. Verified Participation Certificates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Proof-of-attendance lock: certificates stay locked for no-shows.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Unlocked only when the ticket is physically scanned at the door.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Rendered in-browser at 300 DPI print quality with zero server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BOOKMYCOLLEGE • 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BookMyCollege Architecture &amp; 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Frontend Client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HTML5 &amp; Tailwind CSS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Vanilla ES6+ JavaScript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Zero framework bloat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100% Mobile responsive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Dark &amp; Light mode engine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Single Page Router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Off-screen Canvas Graphics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Cloud Database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Supabase (PostgreSQL 15)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Row-Level Security (RLS)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Pessimistic Row Locks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Atomic Stored Procedures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Real-time event subscriptions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Supabase CDN Object Storage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Automated profile hydration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Payment Gateway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Razorpay Checkout SDK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UPI / GPay / Paytm / Cards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Serverless API endpoints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HMAC-SHA256 Signatures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Optimum Speed Refund API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Secret Key encapsulation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Paise integer precision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Hardware &amp; Optics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WebRTC MediaStream API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Rear Camera (environment)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jsQR frame parsing at 60 FPS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Concurrency debounce lock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128-bit UUID QR payload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html2canvas DOM capture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Chart.js visual analytics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BOOKMYCOLLEGE • 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Concurrency: How BookMyCollege Prevents Double-Booking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The Double-Booking Problem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The Scenario: An event has only 1 remaining seat.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Two students click 'Pay' at the exact same millisecond.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 standard websites, both payments succeed, causing seat clashes and furious attendees.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Our Solution: Database Row Locks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We created a PostgreSQL stored procedure (book_ticket_safe).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It locks the event row with 'SELECT ... FOR UPDATE'.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Student A's transaction decrements seats to 0 and claims the pass.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Student B's transaction waits in queue, reads 0, and immediately aborts with error: 'SOLD_OUT'.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Automated Circuit-Breaker Refund API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What about Student B's deducted money?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Because Student B already paid on Razorpay before the seat check completed, their funds were debited.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Instant Reversal Flow: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1. Frontend catches 'SOLD_OUT' exception from database.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2. Immediately calls backend POST /api/refund-payment.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3. Instructs Razorpay API to process an Instant Refund (speed: optimum).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4. Money is reversed immediately to the student's UPI or card.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5. Screen shows a reassuring modal with the Refund Reference ID.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Result: Zero financial disputes, zero manual work for organizers.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BOOKMYCOLLEGE • 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Gatekeeper Scanner: In-Browser Verification &amp; Anti-Fraud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Why Simple QR Codes are Insecure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Flaw in naive systems: Putting student name or 'ADMIT 1' inside the QR code.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Any student can use a free online QR generator to create fake passes or alter details in Photoshop.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BookMyCollege Cryptographic Architecture: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The QR code encodes only a random 128-bit Ticket UUID.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Contains zero readable personal text.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The scanner performs an authenticated lookup in the database to verify the UUID.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Fake tickets fail immediately during UUID validation.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Smartphone Web Scanner &amp; Anti-Proxy Gate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Hardware Rear Camera Integration: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Uses WebRTC facingMode: 'environment' directly in mobile browsers.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No APK installation required for student volunteers.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Frame Mutex Lock (isProcessing):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Video camera runs at 60 FPS.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A debounce mutex flag pauses decoding for 2 seconds to prevent 50 duplicate network hits per second.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Anti-Duplication Alert: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If a pass was already scanned: flashes RED with 'ALREADY USED'.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If valid: flashes GREEN, plays success chime, and displays attendee details.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BOOKMYCOLLEGE • 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Verified Certificates &amp; Festival Crowdfunding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Smart Proof-of-Attendance Certificates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The Problem: Students collect certificates without ever attending events.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Our Gatekeeping Logic: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Database tracks 'is_scanned' status for every ticket.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If attendee was absent: button is locked (🔒 Certificate Locked).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If attendee checked in at the door: button is instantly unlocked.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Zero-Backend Canvas Graphics Engine: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Renders certificate on an off-screen HTML5 Canvas.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High resolution: 1600 × 1130 pixels (~300 DPI print quality).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Procedural Guilloche mathematical security seal.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Smooth Bézier curve faculty signatures.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Renders in &lt;80 milliseconds with zero cloud server cost!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Festival Crowdfunding (Navratri / Farewell)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Moving Campus Cash Collections Online: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Dedicated 'Donations' category alongside workshops &amp; sports.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Seniors &amp; collegiate clubs can launch campaigns for cultural fests.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Dynamic Variable Contribution: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Unlike fixed-seat events, crowdfunding has no seat limit.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Contributors can donate any custom amount (₹50, ₹100, ₹500, etc.).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Razorpay payment gateway processes donations smoothly.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Live Community Progress: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Real-time progress bar shows Current Raised vs Goal Target.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• Complete transparency for students and faculty coordinators.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BOOKMYCOLLEGE • 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Organizer Suite: Role Delegation, Charts &amp; CSV Export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1. Volunteer Scanner Delegation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Organizers need junior volunteers to scan tickets at entry.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Giving volunteers admin passwords is a security risk.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Our Fix: SECURITY DEFINER RPC.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Organizers assign volunteers by student email.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Volunteers get permission ONLY to scan tickets for that single event.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2. Demographic Visualizations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Powered by Chart.js for real-time visual insights.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Gender Diversity: Donut chart of Male vs Female participants.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Department Breakdown: Bar chart of CSE, ECE, Mech, Civil registrations.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Academic Year: Polar area chart showing 1st to 4th-year engagement.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3. Sanitized Excel CSV Export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1-click export of verified attendance lists.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Formatted timestamps converted to Indian Standard Time (IST).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Security Feature: CSV formula injection sanitization.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Prepends an apostrophe to inputs starting with '=', '+', '-', '@' to prevent spreadsheet macro exploits.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BOOKMYCOLLEGE • 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BookMyCollege Live Demonstration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116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Step 1: Discover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Open BookMyCollege.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Use 0ms live search and category chips.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Toggle Dark / Light mode.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Inspect festival crowdfunding campaign.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645920"/>
            <a:ext cx="20116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Step 2: Book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Select paid fest or workshop.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Trigger Razorpay checkout modal.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Complete payment via UPI test card.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Database updates seats atomically.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645920"/>
            <a:ext cx="20116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Step 3: Wallet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Navigate to My Wallet.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View perforated movie-style ticket.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Inspect secure UUID QR code.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Save pass as PNG or sync to Google Calendar.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645920"/>
            <a:ext cx="20116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Step 4: Check-In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Volunteer opens Scanner on smartphone.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Scan attendee QR code.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Green alert: Access Granted + Beep chime.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Scan again: Red alert: Already Used!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1645920"/>
            <a:ext cx="20116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Step 5: Verify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Attendee visits History portal.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Check-in verified: Certificate unlocks.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Download 300 DPI canvas certificate.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Post 5-star verified attendee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BOOKMYCOLLEGE • 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Viva Defense: How We Answer Tough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0F172A"/>
                </a:solidFill>
              </a:defRPr>
            </a:pPr>
            <a:r>
              <a:t>Q1: Can someone enter with a ticket screenshot?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Answer: No. The QR contains only a unique ticket UUID.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The moment the first person is scanned, the database marks it as 'Already Used'.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Any forwarded screenshot flashes a RED warning on the volunteer's scanner.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Q2: How is double-booking prevented during fests?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Answer: PostgreSQL row-level locks (book_ticket_safe RPC).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Concurrent requests wait in queue; only 1 claims the last seat.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If payment completes for an oversold seat, our backend calls Razorpay's API for an instant auto-refund.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Q3: Why a browser scanner instead of an Android APK?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Answer: College volunteers change for every event.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Installing APKs on 20 student phones causes delays.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BookMyCollege scanner runs instantly on mobile Chrome/Safari with zero installation.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Q4: How do you verify payment authenticity?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Answer: The client browser never decides payment validity.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Serverless API (api/verify-payment.js) calculates an HMAC-SHA256 signature using our secret key to verify the bank receipt.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F46E5"/>
                </a:solidFill>
              </a:defRPr>
            </a:pPr>
            <a:r>
              <a:t>BOOKMYCOLLEGE • CAMPUS EVENT &amp; CROWDFUNDING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Campus Impact &amp; Future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4F46E5"/>
                </a:solidFill>
              </a:defRPr>
            </a:pPr>
            <a:r>
              <a:t>Immediate Campus Impact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100% Paperless Ticketing: Eliminates paper passes, wristbands, and printed rosters.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Zero Proxy Attendance: Guarantees authentic participation records for college NAAC/NBA accreditations.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Transparent Fest Finances: All ticket revenues and student donations are tracked digitally with zero cash leakage.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Instant Verification: Students download official certificates immediately without queuing at club desks.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Future Engineering Roadmap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Inter-College Pass Federation: Single sign-on for visiting colleges during inter-university fests.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NFC Campus Smartcard Tap: Enable student ID cards to act as tickets via Web-NFC.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Automated WhatsApp Ticket Delivery: Forward digital passes and calendar reminders via WhatsApp Business API.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• AI-Powered Fest Recommendations: Suggest workshops based on student branch and past attendance.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4095" cy="38404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457200"/>
          <a:lstStyle/>
          <a:p>
            <a:pPr algn="ctr">
              <a:spcAft>
                <a:spcPts val="1000"/>
              </a:spcAft>
              <a:defRPr sz="1200" b="1">
                <a:solidFill>
                  <a:srgbClr val="4F46E5"/>
                </a:solidFill>
              </a:defRPr>
            </a:pPr>
            <a:r>
              <a:t>CONCLUSION</a:t>
            </a:r>
          </a:p>
          <a:p>
            <a:pPr>
              <a:spcAft>
                <a:spcPts val="1200"/>
              </a:spcAft>
              <a:defRPr sz="3600" b="1">
                <a:solidFill>
                  <a:srgbClr val="0F172A"/>
                </a:solidFill>
              </a:defRPr>
            </a:pPr>
            <a:r>
              <a:t>BookMyCollege</a:t>
            </a:r>
          </a:p>
          <a:p>
            <a:pPr>
              <a:spcAft>
                <a:spcPts val="2000"/>
              </a:spcAft>
              <a:defRPr sz="1200">
                <a:solidFill>
                  <a:srgbClr val="1E293B"/>
                </a:solidFill>
              </a:defRPr>
            </a:pPr>
            <a:r>
              <a:t>A complete, production-ready solution solving real campus problems: seamless ticket discovery, zero double-booking, smartphone QR check-in, transparent fest fundraising, and tamper-proof participation certificates.</a:t>
            </a:r>
          </a:p>
          <a:p>
            <a:pPr>
              <a:defRPr sz="1500" b="1">
                <a:solidFill>
                  <a:srgbClr val="4F46E5"/>
                </a:solidFill>
              </a:defRPr>
            </a:pPr>
            <a:r>
              <a:t>Thank You! We are open for Questions &amp; Answers.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